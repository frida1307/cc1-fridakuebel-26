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35" r:id="rId5"/>
    <p:sldId id="336" r:id="rId6"/>
    <p:sldId id="341" r:id="rId7"/>
    <p:sldId id="348" r:id="rId8"/>
    <p:sldId id="339" r:id="rId9"/>
    <p:sldId id="345" r:id="rId10"/>
    <p:sldId id="347" r:id="rId1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94" autoAdjust="0"/>
  </p:normalViewPr>
  <p:slideViewPr>
    <p:cSldViewPr snapToGrid="0">
      <p:cViewPr varScale="1">
        <p:scale>
          <a:sx n="111" d="100"/>
          <a:sy n="111" d="100"/>
        </p:scale>
        <p:origin x="78" y="11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3D2E275-B3B1-4A98-9807-BF2BEB2849A0}" type="datetime1">
              <a:rPr lang="de-DE" smtClean="0"/>
              <a:t>17.06.2026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9E9D563E-BCB2-465B-8A3C-AC86CE64F69C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769EE9FE-C7F7-4791-B5A9-5EF1007D921C}" type="datetime1">
              <a:rPr lang="de-DE" smtClean="0"/>
              <a:pPr/>
              <a:t>17.06.2026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8B990660-4B7D-4C11-96DB-B19FFA8CA9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19333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74796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C55FD-DB88-A334-735B-224AD15D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B12BCF-D873-45BF-BADA-AFF594EE1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3461232-D46E-B206-72A0-389E7458F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D16502-843C-B911-1081-4AD6CABDC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24743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06147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76574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8B990660-4B7D-4C11-96DB-B19FFA8CA93C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de-DE" sz="4000" b="1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 </a:t>
            </a:r>
          </a:p>
          <a:p>
            <a:pPr lvl="3" rtl="0"/>
            <a:r>
              <a:rPr lang="de-DE"/>
              <a:t>Vierte Ebene </a:t>
            </a:r>
          </a:p>
          <a:p>
            <a:pPr lvl="4" rtl="0"/>
            <a:r>
              <a:rPr lang="de-DE"/>
              <a:t>Fünfte Ebene </a:t>
            </a:r>
          </a:p>
          <a:p>
            <a:pPr lvl="0"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de-DE" sz="2800"/>
            </a:lvl1pPr>
            <a:lvl2pPr marL="457200" indent="0">
              <a:buNone/>
              <a:defRPr lang="de-DE" sz="2400"/>
            </a:lvl2pPr>
            <a:lvl3pPr marL="914400" indent="0">
              <a:buNone/>
              <a:defRPr lang="de-DE" sz="2000"/>
            </a:lvl3pPr>
            <a:lvl4pPr marL="1371600" indent="0">
              <a:buNone/>
              <a:defRPr lang="de-DE" sz="1800"/>
            </a:lvl4pPr>
            <a:lvl5pPr marL="1828800" indent="0">
              <a:buNone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675" name="Textplatzhalt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de-DE" sz="2800"/>
            </a:lvl1pPr>
            <a:lvl2pPr marL="457200" indent="0">
              <a:lnSpc>
                <a:spcPts val="2400"/>
              </a:lnSpc>
              <a:buNone/>
              <a:defRPr lang="de-DE" sz="2000"/>
            </a:lvl2pPr>
            <a:lvl3pPr marL="914400" indent="0">
              <a:lnSpc>
                <a:spcPts val="2400"/>
              </a:lnSpc>
              <a:buNone/>
              <a:defRPr lang="de-DE" sz="2000"/>
            </a:lvl3pPr>
            <a:lvl4pPr marL="1371600" indent="0">
              <a:lnSpc>
                <a:spcPts val="2400"/>
              </a:lnSpc>
              <a:buNone/>
              <a:defRPr lang="de-DE" sz="2000"/>
            </a:lvl4pPr>
            <a:lvl5pPr marL="1828800" indent="0">
              <a:lnSpc>
                <a:spcPts val="2400"/>
              </a:lnSpc>
              <a:buNone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pic>
        <p:nvPicPr>
          <p:cNvPr id="7" name="Grafik 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  <a:lvl6pPr marL="1600200">
              <a:defRPr lang="de-DE"/>
            </a:lvl6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4" rtl="0"/>
            <a:r>
              <a:rPr lang="de-DE"/>
              <a:t>Vierte Ebene</a:t>
            </a:r>
          </a:p>
          <a:p>
            <a:pPr lvl="5" rtl="0"/>
            <a:r>
              <a:rPr lang="de-DE"/>
              <a:t>Fünfte Ebene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Inhal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de-DE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de-DE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de-DE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de-DE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14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de-DE"/>
            </a:lvl1pPr>
            <a:lvl2pPr>
              <a:spcBef>
                <a:spcPts val="0"/>
              </a:spcBef>
              <a:spcAft>
                <a:spcPts val="600"/>
              </a:spcAft>
              <a:defRPr lang="de-DE"/>
            </a:lvl2pPr>
            <a:lvl3pPr>
              <a:spcBef>
                <a:spcPts val="0"/>
              </a:spcBef>
              <a:spcAft>
                <a:spcPts val="600"/>
              </a:spcAft>
              <a:defRPr lang="de-DE"/>
            </a:lvl3pPr>
            <a:lvl4pPr>
              <a:spcBef>
                <a:spcPts val="0"/>
              </a:spcBef>
              <a:spcAft>
                <a:spcPts val="600"/>
              </a:spcAft>
              <a:defRPr lang="de-DE" sz="2000"/>
            </a:lvl4pPr>
            <a:lvl5pPr>
              <a:spcBef>
                <a:spcPts val="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de-DE" sz="2800" baseline="0"/>
            </a:lvl1pPr>
          </a:lstStyle>
          <a:p>
            <a:pPr rtl="0"/>
            <a:r>
              <a:rPr lang="de-DE"/>
              <a:t>KLICKEN, UM TITEL hinzuzufügen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de-DE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de-DE"/>
            </a:lvl1pPr>
          </a:lstStyle>
          <a:p>
            <a:pPr rtl="0"/>
            <a:r>
              <a:rPr lang="de-DE"/>
              <a:t>Präsentationstitel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 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de-DE" sz="4000" baseline="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 </a:t>
            </a:r>
          </a:p>
          <a:p>
            <a:pPr lvl="3" rtl="0"/>
            <a:r>
              <a:rPr lang="de-DE"/>
              <a:t>Vierte Ebene </a:t>
            </a:r>
          </a:p>
          <a:p>
            <a:pPr lvl="4" rtl="0"/>
            <a:r>
              <a:rPr lang="de-DE"/>
              <a:t>Fünfte Ebene </a:t>
            </a:r>
          </a:p>
          <a:p>
            <a:pPr lvl="0"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de-DE" sz="40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grpSp>
        <p:nvGrpSpPr>
          <p:cNvPr id="815" name="Gruppieren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/>
              <a:t>Präsentationstitel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Startseite/GHIT-Startseit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3600" dirty="0"/>
              <a:t>Main Projekt:</a:t>
            </a:r>
            <a:br>
              <a:rPr lang="de-DE" dirty="0"/>
            </a:br>
            <a:r>
              <a:rPr lang="de-DE" sz="5300" dirty="0"/>
              <a:t>Goose House </a:t>
            </a:r>
            <a:r>
              <a:rPr lang="de-DE" sz="5300" dirty="0" err="1"/>
              <a:t>is</a:t>
            </a:r>
            <a:r>
              <a:rPr lang="de-DE" sz="5300" dirty="0"/>
              <a:t> This?</a:t>
            </a:r>
            <a:endParaRPr lang="de-DE" dirty="0"/>
          </a:p>
        </p:txBody>
      </p:sp>
      <p:sp>
        <p:nvSpPr>
          <p:cNvPr id="2" name="Textplatzhalter 6">
            <a:extLst>
              <a:ext uri="{FF2B5EF4-FFF2-40B4-BE49-F238E27FC236}">
                <a16:creationId xmlns:a16="http://schemas.microsoft.com/office/drawing/2014/main" id="{A64C7C4F-0FAA-DB47-41B4-E6212C4F3BD9}"/>
              </a:ext>
            </a:extLst>
          </p:cNvPr>
          <p:cNvSpPr txBox="1">
            <a:spLocks/>
          </p:cNvSpPr>
          <p:nvPr/>
        </p:nvSpPr>
        <p:spPr>
          <a:xfrm>
            <a:off x="4005149" y="96715"/>
            <a:ext cx="9589584" cy="3493008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e-DE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dirty="0"/>
              <a:t>Frida Kübel (MN: 289834) – Creative Coding 1 – 17.06.2026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20BC9F4-DA3F-A7ED-24AD-40D83A6A1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993" y="3508630"/>
            <a:ext cx="4819825" cy="334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694" y="864127"/>
            <a:ext cx="8297380" cy="1326514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4000" dirty="0"/>
              <a:t>Agenda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5694" y="2508399"/>
            <a:ext cx="9195838" cy="3420465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2800" dirty="0"/>
              <a:t>Anwendung &amp; Zielgruppe</a:t>
            </a:r>
          </a:p>
          <a:p>
            <a:pPr rtl="0"/>
            <a:r>
              <a:rPr lang="de-DE" sz="2800" dirty="0"/>
              <a:t>Konzept &amp; Ideenfindung</a:t>
            </a:r>
          </a:p>
          <a:p>
            <a:pPr rtl="0"/>
            <a:r>
              <a:rPr lang="de-DE" sz="2800" dirty="0"/>
              <a:t>Aufbau</a:t>
            </a:r>
          </a:p>
          <a:p>
            <a:pPr rtl="0"/>
            <a:r>
              <a:rPr lang="de-DE" sz="2800" dirty="0"/>
              <a:t>Vorstellung des Spieles</a:t>
            </a:r>
          </a:p>
          <a:p>
            <a:pPr rtl="0"/>
            <a:r>
              <a:rPr lang="de-DE" sz="2800" dirty="0"/>
              <a:t>Reflexion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2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95DDA8C-084F-ADC6-8ECA-904873EAC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871" y="8535"/>
            <a:ext cx="4922132" cy="342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42788"/>
            <a:ext cx="10405174" cy="1326514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3200" dirty="0"/>
              <a:t>Anwendung und Zielgruppe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1352" y="2099154"/>
            <a:ext cx="9198806" cy="368776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r>
              <a:rPr lang="de-DE" sz="2400" dirty="0"/>
              <a:t>Nutzung am Laptop / PC</a:t>
            </a:r>
          </a:p>
          <a:p>
            <a:r>
              <a:rPr lang="de-DE" sz="2400" dirty="0"/>
              <a:t>kurze Spielsessions (ca. 5–15 Minuten)</a:t>
            </a:r>
          </a:p>
          <a:p>
            <a:endParaRPr lang="de-DE" sz="2400" dirty="0"/>
          </a:p>
          <a:p>
            <a:r>
              <a:rPr lang="de-DE" sz="2400" dirty="0"/>
              <a:t>Einsatz-Szenarien: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kurze Pause am Schreibtisch (Lernpause, Arbeitsbreak)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gemeinsam am Wohnzimmertisch rätseln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In der Schule als Klasse (5. - 6. Klasse)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3</a:t>
            </a:fld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85B7993-5404-87B2-20DA-91B10E833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98279" y="4497569"/>
            <a:ext cx="3042354" cy="21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2932-5F57-8BBD-28AE-592F524A5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784E4-48FC-743F-6474-78AD03433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77" y="-94811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600" dirty="0"/>
              <a:t>Ideenfindung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A8C8F6-DF7F-5A56-FE4B-A7E60461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4</a:t>
            </a:fld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8218EBA-FB34-76E1-7CD2-5A6A97E2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43" y="3825834"/>
            <a:ext cx="4197311" cy="29167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E06F230-EA9F-EB7D-E752-9AFB9758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715" y="456205"/>
            <a:ext cx="4798453" cy="473596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979EEE5-A6C5-AAEC-9BF8-E05723D8D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664" y="1729635"/>
            <a:ext cx="2437355" cy="24192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03DF078-8882-6A29-600E-1CC0A47D95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974" y="4686695"/>
            <a:ext cx="3426160" cy="238089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966F006-E568-1292-E042-A6B7B863C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9956" y="101432"/>
            <a:ext cx="2396480" cy="259682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FD21497-4704-F6FA-5E8A-E24C26D892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779" y="1200587"/>
            <a:ext cx="787857" cy="787857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958B40B7-BC60-DB96-006E-2A21A2792B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294" y="1822833"/>
            <a:ext cx="1298115" cy="129811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4CA13F24-4C65-7D99-6496-35CC8A491A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42" y="2871973"/>
            <a:ext cx="1114053" cy="111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6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811" y="-58051"/>
            <a:ext cx="8297380" cy="1326514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sz="3600" dirty="0"/>
              <a:t>Aufbau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5</a:t>
            </a:fld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44C70C0-D66C-0C00-733D-C57FE107F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373" y="53615"/>
            <a:ext cx="7706627" cy="680438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75167F78-D7A3-D397-4172-12C30227F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064" y="1459696"/>
            <a:ext cx="2869773" cy="152098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B73BDF3F-B732-8111-D8BB-B0D57E8BC6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334"/>
          <a:stretch>
            <a:fillRect/>
          </a:stretch>
        </p:blipFill>
        <p:spPr>
          <a:xfrm>
            <a:off x="911352" y="3171908"/>
            <a:ext cx="2775124" cy="1475183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9200DC2A-BEAD-EED6-5FA2-267EAC73D7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21" t="2218" r="10268" b="16556"/>
          <a:stretch>
            <a:fillRect/>
          </a:stretch>
        </p:blipFill>
        <p:spPr>
          <a:xfrm>
            <a:off x="893064" y="4838324"/>
            <a:ext cx="2822449" cy="159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sz="3600" dirty="0"/>
              <a:t>Vorstellung des Spiels: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B5CEABB6-07DC-46E8-9B57-56EC44A396E5}" type="slidenum">
              <a:rPr lang="de-DE" smtClean="0"/>
              <a:pPr rtl="0"/>
              <a:t>6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0EFEC0-3F7A-D148-688D-72430DDCE3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81383" y="1480928"/>
            <a:ext cx="9828535" cy="5779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800" dirty="0">
                <a:hlinkClick r:id="rId3" action="ppaction://hlinkfile"/>
              </a:rPr>
              <a:t>GOOSE HOUSE IS THIS?</a:t>
            </a:r>
            <a:endParaRPr lang="de-DE" sz="28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61F7C36-7800-78D5-7561-50D925CC6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400801" y="0"/>
            <a:ext cx="6092620" cy="423385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FC76C4A-8315-C9CC-D29A-D37FDAF9F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-322158" y="2571428"/>
            <a:ext cx="7404445" cy="514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/>
              <a:t>Vielen Dank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Frida Kübel</a:t>
            </a:r>
          </a:p>
          <a:p>
            <a:r>
              <a:rPr lang="de-DE" dirty="0"/>
              <a:t>Matrikelnummer: 289834</a:t>
            </a:r>
          </a:p>
          <a:p>
            <a:pPr rtl="0"/>
            <a:r>
              <a:rPr lang="de-DE" dirty="0"/>
              <a:t>Creative Coding 1</a:t>
            </a:r>
          </a:p>
          <a:p>
            <a:pPr rtl="0"/>
            <a:r>
              <a:rPr lang="de-DE" dirty="0"/>
              <a:t>Medienkonzeption, HFU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511_TF16411248_Win32" id="{BA0B8D66-D66B-439B-A16C-724358E95992}" vid="{8BEFACD3-E35A-44FD-B3EA-29D825D78F8D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{B29A963F-3D64-4605-AF74-B71E49925C9B}tf16411248_win32</Template>
  <TotalTime>0</TotalTime>
  <Words>114</Words>
  <Application>Microsoft Office PowerPoint</Application>
  <PresentationFormat>Breitbild</PresentationFormat>
  <Paragraphs>37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Avenir Next LT Pro Light</vt:lpstr>
      <vt:lpstr>Calibri</vt:lpstr>
      <vt:lpstr>Posterama</vt:lpstr>
      <vt:lpstr>Benutzerdefiniert</vt:lpstr>
      <vt:lpstr>Main Projekt: Goose House is This?</vt:lpstr>
      <vt:lpstr>Agenda </vt:lpstr>
      <vt:lpstr>Anwendung und Zielgruppe</vt:lpstr>
      <vt:lpstr>Ideenfindung</vt:lpstr>
      <vt:lpstr>Aufbau</vt:lpstr>
      <vt:lpstr>Vorstellung des Spiels:</vt:lpstr>
      <vt:lpstr>Vielen Dank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Frida Kübel</dc:creator>
  <cp:lastModifiedBy>Frida Kübel</cp:lastModifiedBy>
  <cp:revision>11</cp:revision>
  <dcterms:created xsi:type="dcterms:W3CDTF">2026-06-17T06:25:55Z</dcterms:created>
  <dcterms:modified xsi:type="dcterms:W3CDTF">2026-06-17T10:35:32Z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